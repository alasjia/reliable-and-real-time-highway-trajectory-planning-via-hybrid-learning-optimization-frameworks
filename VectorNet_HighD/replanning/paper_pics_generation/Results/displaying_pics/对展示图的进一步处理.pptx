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00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8B9D6C5-AAED-BFE3-186A-85EF69F20991}"/>
              </a:ext>
            </a:extLst>
          </p:cNvPr>
          <p:cNvGrpSpPr/>
          <p:nvPr/>
        </p:nvGrpSpPr>
        <p:grpSpPr>
          <a:xfrm>
            <a:off x="1873250" y="-101600"/>
            <a:ext cx="8572500" cy="6858000"/>
            <a:chOff x="1873250" y="-101600"/>
            <a:chExt cx="8572500" cy="6858000"/>
          </a:xfrm>
        </p:grpSpPr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74A02FF2-FFCC-9C1D-F81E-2A3E37AE6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73250" y="-101600"/>
              <a:ext cx="8572500" cy="6858000"/>
            </a:xfrm>
            <a:prstGeom prst="rect">
              <a:avLst/>
            </a:prstGeom>
          </p:spPr>
        </p:pic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6F8DDF4E-6648-7562-5E6F-456C78CECED4}"/>
                </a:ext>
              </a:extLst>
            </p:cNvPr>
            <p:cNvSpPr/>
            <p:nvPr/>
          </p:nvSpPr>
          <p:spPr>
            <a:xfrm>
              <a:off x="6265332" y="5430520"/>
              <a:ext cx="1553635" cy="504613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0481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6A9BE0AE-637D-4237-23B9-6529C3161A51}"/>
              </a:ext>
            </a:extLst>
          </p:cNvPr>
          <p:cNvGrpSpPr/>
          <p:nvPr/>
        </p:nvGrpSpPr>
        <p:grpSpPr>
          <a:xfrm>
            <a:off x="1809750" y="0"/>
            <a:ext cx="8572500" cy="6858000"/>
            <a:chOff x="1809750" y="0"/>
            <a:chExt cx="8572500" cy="6858000"/>
          </a:xfrm>
        </p:grpSpPr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D06980C9-27D4-82FC-0D41-55B1F0A48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09750" y="0"/>
              <a:ext cx="8572500" cy="6858000"/>
            </a:xfrm>
            <a:prstGeom prst="rect">
              <a:avLst/>
            </a:prstGeom>
          </p:spPr>
        </p:pic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C875959-1E64-11A5-0DC7-911A2FA1B22B}"/>
                </a:ext>
              </a:extLst>
            </p:cNvPr>
            <p:cNvSpPr/>
            <p:nvPr/>
          </p:nvSpPr>
          <p:spPr>
            <a:xfrm>
              <a:off x="7108613" y="5562600"/>
              <a:ext cx="872067" cy="504613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14631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040D5-D85B-97FC-FB0F-2A8008C80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38FA495D-8376-42B1-7D09-8BF5B1127289}"/>
              </a:ext>
            </a:extLst>
          </p:cNvPr>
          <p:cNvGrpSpPr/>
          <p:nvPr/>
        </p:nvGrpSpPr>
        <p:grpSpPr>
          <a:xfrm>
            <a:off x="1644650" y="55034"/>
            <a:ext cx="8572500" cy="6858000"/>
            <a:chOff x="1644650" y="55034"/>
            <a:chExt cx="8572500" cy="6858000"/>
          </a:xfrm>
        </p:grpSpPr>
        <p:pic>
          <p:nvPicPr>
            <p:cNvPr id="3" name="图形 2">
              <a:extLst>
                <a:ext uri="{FF2B5EF4-FFF2-40B4-BE49-F238E27FC236}">
                  <a16:creationId xmlns:a16="http://schemas.microsoft.com/office/drawing/2014/main" id="{5BBE2395-85CA-FB22-2BD7-C06E1108C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44650" y="55034"/>
              <a:ext cx="8572500" cy="6858000"/>
            </a:xfrm>
            <a:prstGeom prst="rect">
              <a:avLst/>
            </a:prstGeom>
          </p:spPr>
        </p:pic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DA07213D-4ECC-75E9-4203-D9010CC70668}"/>
                </a:ext>
              </a:extLst>
            </p:cNvPr>
            <p:cNvSpPr/>
            <p:nvPr/>
          </p:nvSpPr>
          <p:spPr>
            <a:xfrm>
              <a:off x="6040968" y="4126654"/>
              <a:ext cx="901700" cy="64007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11940823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Arial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芦俞嘉</dc:creator>
  <cp:lastModifiedBy>俞嘉 芦</cp:lastModifiedBy>
  <cp:revision>8</cp:revision>
  <dcterms:created xsi:type="dcterms:W3CDTF">2023-08-09T12:44:00Z</dcterms:created>
  <dcterms:modified xsi:type="dcterms:W3CDTF">2026-01-22T14:57:57Z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